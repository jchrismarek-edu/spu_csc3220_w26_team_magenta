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60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C399FF-FEDF-7C09-AD08-FF33601232FC}" v="2" dt="2026-01-30T06:01:33.432"/>
    <p1510:client id="{B0BA3F97-B752-731E-4E2F-878AF86A828F}" v="152" dt="2026-01-30T06:09:35.398"/>
    <p1510:client id="{D05E770A-9601-A750-DFED-F4F69723B8FD}" v="47" dt="2026-01-30T03:17:31.296"/>
    <p1510:client id="{FDFAAF75-000C-F2F9-1CDA-D1DC6FEA3CF3}" v="10" dt="2026-01-30T04:28:16.0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>
                <a:latin typeface="Times New Roman"/>
                <a:cs typeface="Times New Roman"/>
              </a:rPr>
              <a:t>Team Magenta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Times New Roman"/>
                <a:cs typeface="Times New Roman"/>
              </a:rPr>
              <a:t>James Marek</a:t>
            </a:r>
          </a:p>
          <a:p>
            <a:r>
              <a:rPr lang="en-US">
                <a:latin typeface="Times New Roman"/>
                <a:cs typeface="Times New Roman"/>
              </a:rPr>
              <a:t>Samuel Tassew</a:t>
            </a:r>
          </a:p>
          <a:p>
            <a:r>
              <a:rPr lang="en-US">
                <a:latin typeface="Times New Roman"/>
                <a:cs typeface="Times New Roman"/>
              </a:rPr>
              <a:t>Nathanael Bartlett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0F010-9609-9F25-DD7B-AEB7BD271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/>
                <a:cs typeface="Times New Roman"/>
              </a:rPr>
              <a:t>OKR Compass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4DFE0-C426-568F-BCE8-93A7C0AC4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solidFill>
                  <a:srgbClr val="374151"/>
                </a:solidFill>
                <a:latin typeface="Times New Roman"/>
                <a:ea typeface="Calibri"/>
                <a:cs typeface="Calibri"/>
              </a:rPr>
              <a:t>The app is an offline, single-user OKR (Objectives &amp; Key Results) tracker that lets an administrator define company goals, assign measurable key results to employees, and automatically generate progress analytics.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>
                <a:solidFill>
                  <a:srgbClr val="374151"/>
                </a:solidFill>
                <a:latin typeface="Times New Roman"/>
                <a:ea typeface="Calibri"/>
                <a:cs typeface="Calibri"/>
              </a:rPr>
              <a:t>All information is stored in a local relational database, and the app focuses on strong business logic and CRUD operations with a simple UI.</a:t>
            </a:r>
            <a:endParaRPr lang="en-US" sz="2000">
              <a:latin typeface="Times New Roman"/>
              <a:cs typeface="Times New Roman"/>
            </a:endParaRPr>
          </a:p>
          <a:p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8872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6108E-A91E-F0D2-0942-0EF6939F3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/>
                <a:cs typeface="Times New Roman"/>
              </a:rPr>
              <a:t>Problems we are solving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11F7A-31E7-8B90-A32C-5340BFDFB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latin typeface="Times New Roman"/>
                <a:ea typeface="+mn-lt"/>
                <a:cs typeface="+mn-lt"/>
              </a:rPr>
              <a:t>Goals are often tracked in scattered spreadsheets</a:t>
            </a:r>
          </a:p>
          <a:p>
            <a:r>
              <a:rPr lang="en-US" sz="2000">
                <a:latin typeface="Times New Roman"/>
                <a:ea typeface="+mn-lt"/>
                <a:cs typeface="+mn-lt"/>
              </a:rPr>
              <a:t>Metrics are inconsistent and hard to roll up</a:t>
            </a:r>
          </a:p>
          <a:p>
            <a:r>
              <a:rPr lang="en-US" sz="2000">
                <a:latin typeface="Times New Roman"/>
                <a:ea typeface="+mn-lt"/>
                <a:cs typeface="+mn-lt"/>
              </a:rPr>
              <a:t>Progress reporting becomes manual and error-prone</a:t>
            </a:r>
          </a:p>
          <a:p>
            <a:pPr marL="0" indent="0">
              <a:buNone/>
            </a:pPr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17310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F58E2-C216-0E88-314C-F01509B53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5843"/>
          </a:xfrm>
        </p:spPr>
        <p:txBody>
          <a:bodyPr/>
          <a:lstStyle/>
          <a:p>
            <a:r>
              <a:rPr lang="en-US" b="1">
                <a:latin typeface="Times New Roman"/>
                <a:ea typeface="+mj-lt"/>
                <a:cs typeface="+mj-lt"/>
              </a:rPr>
              <a:t>Primary User </a:t>
            </a:r>
            <a:endParaRPr lang="en-US">
              <a:latin typeface="Times New Roman"/>
              <a:ea typeface="+mj-lt"/>
              <a:cs typeface="+mj-lt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AE5E70A-11B8-2E13-FB76-34BF4ED1C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0716"/>
            <a:ext cx="10515600" cy="4836247"/>
          </a:xfrm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latin typeface="Times New Roman"/>
                <a:cs typeface="Times New Roman"/>
              </a:rPr>
              <a:t>One administrator manages OKRs locally</a:t>
            </a:r>
          </a:p>
          <a:p>
            <a:r>
              <a:rPr lang="en-US" sz="2000">
                <a:latin typeface="Times New Roman"/>
                <a:cs typeface="Times New Roman"/>
              </a:rPr>
              <a:t>Employees are database records (no logins needed)</a:t>
            </a:r>
          </a:p>
          <a:p>
            <a:r>
              <a:rPr lang="en-US" sz="2000">
                <a:latin typeface="Times New Roman"/>
                <a:cs typeface="Times New Roman"/>
              </a:rPr>
              <a:t>All work runs offline in a non-networked environment</a:t>
            </a:r>
            <a:endParaRPr lang="en-US" sz="2000">
              <a:solidFill>
                <a:srgbClr val="374151"/>
              </a:solidFill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6089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FF7A3-4411-18ED-AD1B-DB868C4CD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/>
                <a:cs typeface="Times New Roman"/>
              </a:rPr>
              <a:t>CRUD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B3E79-3FEF-E79D-F011-06078AE73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solidFill>
                  <a:srgbClr val="374151"/>
                </a:solidFill>
                <a:latin typeface="Times New Roman"/>
                <a:ea typeface="Calibri"/>
                <a:cs typeface="Calibri"/>
              </a:rPr>
              <a:t>Employees (create, edit, deactivate, delete)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>
                <a:solidFill>
                  <a:srgbClr val="374151"/>
                </a:solidFill>
                <a:latin typeface="Times New Roman"/>
                <a:ea typeface="Calibri"/>
                <a:cs typeface="Calibri"/>
              </a:rPr>
              <a:t>Objectives (timeframe, owner, status)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>
                <a:solidFill>
                  <a:srgbClr val="374151"/>
                </a:solidFill>
                <a:latin typeface="Times New Roman"/>
                <a:ea typeface="Calibri"/>
                <a:cs typeface="Calibri"/>
              </a:rPr>
              <a:t>Key Results (metric, target, current value, due date)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>
                <a:solidFill>
                  <a:srgbClr val="374151"/>
                </a:solidFill>
                <a:latin typeface="Times New Roman"/>
                <a:ea typeface="Calibri"/>
                <a:cs typeface="Calibri"/>
              </a:rPr>
              <a:t>Check-ins (date-stamped updates + notes)</a:t>
            </a:r>
            <a:endParaRPr lang="en-US" sz="2000">
              <a:latin typeface="Times New Roman"/>
              <a:cs typeface="Times New Roman"/>
            </a:endParaRPr>
          </a:p>
          <a:p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68527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BA41A-7356-D745-181E-5D338BB88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latin typeface="Times New Roman"/>
                <a:cs typeface="Times New Roman"/>
              </a:rPr>
              <a:t>Business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E868C-2C43-2CA8-4A53-9779D0318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solidFill>
                  <a:srgbClr val="374151"/>
                </a:solidFill>
                <a:latin typeface="Times New Roman"/>
                <a:ea typeface="Calibri"/>
                <a:cs typeface="Calibri"/>
              </a:rPr>
              <a:t>Auto-calc % completion per key result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>
                <a:solidFill>
                  <a:srgbClr val="374151"/>
                </a:solidFill>
                <a:latin typeface="Times New Roman"/>
                <a:ea typeface="Calibri"/>
                <a:cs typeface="Calibri"/>
              </a:rPr>
              <a:t>Roll up progress towards objectives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>
                <a:solidFill>
                  <a:srgbClr val="374151"/>
                </a:solidFill>
                <a:latin typeface="Times New Roman"/>
                <a:ea typeface="Calibri"/>
                <a:cs typeface="Calibri"/>
              </a:rPr>
              <a:t>Summary views by employee / department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>
                <a:solidFill>
                  <a:srgbClr val="374151"/>
                </a:solidFill>
                <a:latin typeface="Times New Roman"/>
                <a:ea typeface="Calibri"/>
                <a:cs typeface="Calibri"/>
              </a:rPr>
              <a:t>Validation (required links, valid ranges, dates)</a:t>
            </a:r>
            <a:endParaRPr lang="en-US" sz="200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7526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Team Magenta</vt:lpstr>
      <vt:lpstr>OKR Compass</vt:lpstr>
      <vt:lpstr>Problems we are solving</vt:lpstr>
      <vt:lpstr>Primary User </vt:lpstr>
      <vt:lpstr>CRUD Modules</vt:lpstr>
      <vt:lpstr>Business Logic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5</cp:revision>
  <dcterms:created xsi:type="dcterms:W3CDTF">2026-01-30T03:05:30Z</dcterms:created>
  <dcterms:modified xsi:type="dcterms:W3CDTF">2026-01-30T06:34:09Z</dcterms:modified>
</cp:coreProperties>
</file>